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(XAI)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Naveenpaul Kolli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Explainable AI?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that explain their decisions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users understand outputs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in healthcare, finance, and law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 models (hard to understand)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calculations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in data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transparency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CA1AF"/>
          </a:solidFill>
          <a:ln w="12700">
            <a:solidFill>
              <a:srgbClr val="4CA1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/ Techniques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visualization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outputs (step-by-step reasoning)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testing and validation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reduction techniques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Precision, Recall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with different datasets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improve trust in AI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(XAI)</dc:title>
  <dc:subject>PptxGenJS Presentation</dc:subject>
  <dc:creator>Naveenpaul Kolli</dc:creator>
  <cp:lastModifiedBy>Naveenpaul Kolli</cp:lastModifiedBy>
  <cp:revision>1</cp:revision>
  <dcterms:created xsi:type="dcterms:W3CDTF">2026-03-26T01:57:22Z</dcterms:created>
  <dcterms:modified xsi:type="dcterms:W3CDTF">2026-03-26T01:57:22Z</dcterms:modified>
</cp:coreProperties>
</file>